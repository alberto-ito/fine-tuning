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3"/>
  </p:notesMasterIdLst>
  <p:sldIdLst>
    <p:sldId id="260" r:id="rId5"/>
    <p:sldId id="285" r:id="rId6"/>
    <p:sldId id="282" r:id="rId7"/>
    <p:sldId id="258" r:id="rId8"/>
    <p:sldId id="257" r:id="rId9"/>
    <p:sldId id="2147483647" r:id="rId10"/>
    <p:sldId id="259" r:id="rId11"/>
    <p:sldId id="279" r:id="rId12"/>
  </p:sldIdLst>
  <p:sldSz cx="12192000" cy="6858000"/>
  <p:notesSz cx="6858000" cy="9144000"/>
  <p:embeddedFontLst>
    <p:embeddedFont>
      <p:font typeface="Instrument Sans Medium" panose="020B0604020202020204" charset="0"/>
      <p:regular r:id="rId14"/>
      <p:italic r:id="rId15"/>
    </p:embeddedFont>
    <p:embeddedFont>
      <p:font typeface="Instrument Sans regular" panose="020B0604020202020204" charset="0"/>
      <p:regular r:id="rId16"/>
    </p:embeddedFont>
    <p:embeddedFont>
      <p:font typeface="PP Telegraf" panose="020B0604020202020204" charset="0"/>
      <p:regular r:id="rId17"/>
      <p:bold r:id="rId18"/>
      <p:italic r:id="rId19"/>
      <p:boldItalic r:id="rId20"/>
    </p:embeddedFont>
    <p:embeddedFont>
      <p:font typeface="PP Telegraf regular" panose="020B0604020202020204" charset="0"/>
      <p:regular r:id="rId21"/>
      <p:bold r:id="rId22"/>
      <p:italic r:id="rId23"/>
      <p:boldItalic r:id="rId24"/>
    </p:embeddedFont>
    <p:embeddedFont>
      <p:font typeface="Reckless" panose="020B0604020202020204" charset="0"/>
      <p:regular r:id="rId25"/>
      <p:bold r:id="rId26"/>
      <p:italic r:id="rId27"/>
      <p:boldItalic r:id="rId28"/>
    </p:embeddedFont>
    <p:embeddedFont>
      <p:font typeface="Roboto Mono Medium" panose="00000009000000000000" pitchFamily="49" charset="0"/>
      <p:regular r:id="rId29"/>
      <p:italic r:id="rId30"/>
    </p:embeddedFont>
    <p:embeddedFont>
      <p:font typeface="Segoe UI" panose="020B0502040204020203" pitchFamily="34" charset="0"/>
      <p:regular r:id="rId31"/>
      <p:bold r:id="rId32"/>
      <p:italic r:id="rId33"/>
      <p:boldItalic r:id="rId34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89FF"/>
    <a:srgbClr val="E4E4DC"/>
    <a:srgbClr val="FFFFFF"/>
    <a:srgbClr val="D7BEDC"/>
    <a:srgbClr val="FD662C"/>
    <a:srgbClr val="FFC674"/>
    <a:srgbClr val="CACACA"/>
    <a:srgbClr val="727272"/>
    <a:srgbClr val="FFCC5F"/>
    <a:srgbClr val="FFF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80425-1AA8-36E5-1E58-2E9EDA0B4A32}" v="43" dt="2026-06-16T19:05:39.758"/>
    <p1510:client id="{80EA4CA6-D6EB-0B42-BFA9-1B46A5BE0A6B}" v="1034" dt="2026-06-16T18:55:54.086"/>
    <p1510:client id="{FD838836-44F2-3471-AAC0-B6D6C3D0E82A}" v="5" dt="2026-06-16T18:16:03.9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7"/>
    <p:restoredTop sz="94716"/>
  </p:normalViewPr>
  <p:slideViewPr>
    <p:cSldViewPr snapToGrid="0">
      <p:cViewPr varScale="1">
        <p:scale>
          <a:sx n="106" d="100"/>
          <a:sy n="106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microsoft.com/office/2015/10/relationships/revisionInfo" Target="revisionInfo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6AE4DF-5298-AF40-B067-75C0EE28E9D7}" type="datetimeFigureOut">
              <a:rPr lang="en-AR" smtClean="0"/>
              <a:t>10/22/2026</a:t>
            </a:fld>
            <a:endParaRPr lang="en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18B6-4492-1A40-9374-7FB9B410803C}" type="slidenum">
              <a:rPr lang="en-AR" smtClean="0"/>
              <a:t>‹#›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460535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11457-A991-B8DF-88F5-2CF535BDE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1CC7F7-62C8-6165-34A9-15861D299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4C651-79DD-7B6D-2379-393E88CE3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8846E-1318-3DFD-D083-043A30CE5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18B6-4492-1A40-9374-7FB9B410803C}" type="slidenum">
              <a:rPr lang="en-AR" smtClean="0"/>
              <a:t>2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282297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358D-70F4-177F-F6AC-971F37F92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F723B-BD5B-723F-6CB4-0B048A828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4F7072-BD8A-6398-E32A-0A4D4BF0D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132AF-E904-0D5C-82CC-7D04C8739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18B6-4492-1A40-9374-7FB9B410803C}" type="slidenum">
              <a:rPr lang="en-AR" smtClean="0"/>
              <a:t>4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55382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93DFF-AD4F-034A-7ACD-EF0D2E63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0AFFA-BE1E-064E-F98B-384921BA2C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71C8D-625D-02EF-B8AE-F3951BEB9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CFB920-F80B-F733-451E-8A26BE4F1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18B6-4492-1A40-9374-7FB9B410803C}" type="slidenum">
              <a:rPr lang="en-AR" smtClean="0"/>
              <a:t>6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1043247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3E2CC-067D-DF8C-08EA-73E01A8DE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B9C67-9F36-5D0B-3A6C-AE94E2368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30DC5-A1F0-0DA9-1C4A-096B9C2B2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4FBEE-599F-73EF-7DC8-535DBADA0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18B6-4492-1A40-9374-7FB9B410803C}" type="slidenum">
              <a:rPr lang="en-AR" smtClean="0"/>
              <a:t>7</a:t>
            </a:fld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555402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emf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5" Type="http://schemas.openxmlformats.org/officeDocument/2006/relationships/image" Target="../media/image13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9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4152371-C168-7EEB-1802-1BB3678299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A colorful hourglass on a black background&#10;&#10;AI-generated content may be incorrect.">
            <a:extLst>
              <a:ext uri="{FF2B5EF4-FFF2-40B4-BE49-F238E27FC236}">
                <a16:creationId xmlns:a16="http://schemas.microsoft.com/office/drawing/2014/main" id="{4175F9DA-7287-B70E-104D-E9B4A8297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43090">
            <a:off x="4185148" y="-1555067"/>
            <a:ext cx="9968132" cy="99681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6183AE-1CF2-C81D-1607-B124955343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9D4C68D-024E-C825-1390-3E4DCC4E0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9C4E2E-78BD-44EA-04F2-DF2C33AFCE71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397CB1C1-2299-D29A-EA7B-A80D3388B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493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79894F8F-B2EF-6555-2855-FC8EA42687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823283" y="-2163987"/>
            <a:ext cx="8633861" cy="863386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3DAF57-2B1B-E064-D22C-B7158A7A27D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E05422A-61BF-08F7-E384-E2655946E951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0CC85667-5AEF-C247-011B-319D9268E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4254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Picture 23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F44FDF5E-A40C-B7A9-D1B4-ACF251076F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533" y="-526626"/>
            <a:ext cx="6858000" cy="685800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9D4C68D-024E-C825-1390-3E4DCC4E0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288F19-8D15-AFF5-57A5-114AFCE77D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247993-E5EB-7D02-0811-2E54AB31FF3D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CB2D04E8-05D3-3E85-CF1E-FC2E1258FB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359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24" name="Picture 23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57E57F08-AA79-2D2D-766F-9DFBF91D4A5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62172" flipH="1">
            <a:off x="7580513" y="5413161"/>
            <a:ext cx="1216737" cy="1216737"/>
          </a:xfrm>
          <a:prstGeom prst="rect">
            <a:avLst/>
          </a:prstGeom>
        </p:spPr>
      </p:pic>
      <p:pic>
        <p:nvPicPr>
          <p:cNvPr id="19" name="Picture 18" descr="A colorful symbols on a black background&#10;&#10;AI-generated content may be incorrect.">
            <a:extLst>
              <a:ext uri="{FF2B5EF4-FFF2-40B4-BE49-F238E27FC236}">
                <a16:creationId xmlns:a16="http://schemas.microsoft.com/office/drawing/2014/main" id="{0CCDACFA-9ADC-A603-39D9-588B26B3EE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488" y="3201523"/>
            <a:ext cx="4216722" cy="4216722"/>
          </a:xfrm>
          <a:prstGeom prst="rect">
            <a:avLst/>
          </a:prstGeom>
        </p:spPr>
      </p:pic>
      <p:pic>
        <p:nvPicPr>
          <p:cNvPr id="3" name="Picture 2" descr="A colorful circular object with a black background&#10;&#10;AI-generated content may be incorrect.">
            <a:extLst>
              <a:ext uri="{FF2B5EF4-FFF2-40B4-BE49-F238E27FC236}">
                <a16:creationId xmlns:a16="http://schemas.microsoft.com/office/drawing/2014/main" id="{2C505EDD-36E5-14BA-F8BC-5113F83CF8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754418" y="-728533"/>
            <a:ext cx="4073795" cy="407379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9D4C68D-024E-C825-1390-3E4DCC4E0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288F19-8D15-AFF5-57A5-114AFCE77D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  <p:pic>
        <p:nvPicPr>
          <p:cNvPr id="5" name="Picture 4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557B27F4-F5A2-6A4E-0E90-2C83753C5C1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9758">
            <a:off x="10223870" y="-85164"/>
            <a:ext cx="1923201" cy="1923201"/>
          </a:xfrm>
          <a:prstGeom prst="rect">
            <a:avLst/>
          </a:prstGeom>
        </p:spPr>
      </p:pic>
      <p:pic>
        <p:nvPicPr>
          <p:cNvPr id="7" name="Picture 6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51AFE0FB-3A9E-3677-3450-BF4DAEB8FA9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33146">
            <a:off x="9947436" y="1967202"/>
            <a:ext cx="2106592" cy="2106592"/>
          </a:xfrm>
          <a:prstGeom prst="rect">
            <a:avLst/>
          </a:prstGeom>
        </p:spPr>
      </p:pic>
      <p:pic>
        <p:nvPicPr>
          <p:cNvPr id="12" name="Picture 11" descr="A colorful symbol on a black background&#10;&#10;AI-generated content may be incorrect.">
            <a:extLst>
              <a:ext uri="{FF2B5EF4-FFF2-40B4-BE49-F238E27FC236}">
                <a16:creationId xmlns:a16="http://schemas.microsoft.com/office/drawing/2014/main" id="{BB81EF49-0F21-7F76-1610-C006C5C1E635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563" y="2936638"/>
            <a:ext cx="1777706" cy="177770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C7DD5C8-AF61-B933-ECA3-18190CE0C462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Subtítulo 2">
            <a:extLst>
              <a:ext uri="{FF2B5EF4-FFF2-40B4-BE49-F238E27FC236}">
                <a16:creationId xmlns:a16="http://schemas.microsoft.com/office/drawing/2014/main" id="{E3702902-9717-1537-08DA-E38034D33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3486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B71028-1BD6-9786-5C10-464C881DDC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278C1E99-4347-4CEE-6469-EC79FAED1C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10807">
            <a:off x="6347001" y="148953"/>
            <a:ext cx="5528757" cy="5528757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9D4C68D-024E-C825-1390-3E4DCC4E0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2288F19-8D15-AFF5-57A5-114AFCE77D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  <p:pic>
        <p:nvPicPr>
          <p:cNvPr id="13" name="Picture 12" descr="A colorful magnifying glass&#10;&#10;AI-generated content may be incorrect.">
            <a:extLst>
              <a:ext uri="{FF2B5EF4-FFF2-40B4-BE49-F238E27FC236}">
                <a16:creationId xmlns:a16="http://schemas.microsoft.com/office/drawing/2014/main" id="{E46494C9-2348-6165-1C89-8E107A2FAD4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7425" flipH="1">
            <a:off x="10118433" y="221686"/>
            <a:ext cx="1801353" cy="1801353"/>
          </a:xfrm>
          <a:prstGeom prst="rect">
            <a:avLst/>
          </a:prstGeom>
        </p:spPr>
      </p:pic>
      <p:pic>
        <p:nvPicPr>
          <p:cNvPr id="15" name="Picture 14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9094B51C-82C5-E566-EAB1-54A9A693C51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0749" y="3787802"/>
            <a:ext cx="2524760" cy="2524760"/>
          </a:xfrm>
          <a:prstGeom prst="rect">
            <a:avLst/>
          </a:prstGeom>
        </p:spPr>
      </p:pic>
      <p:pic>
        <p:nvPicPr>
          <p:cNvPr id="25" name="Picture 24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221EE638-7FB7-912D-B583-1A850D981D71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372" y="4526864"/>
            <a:ext cx="1621766" cy="162176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5ADCB0-CF9E-0C4A-51A9-FD48F312CCC5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B1E51D-763A-E401-DB94-7C8D1BF9A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664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C9D4C68D-024E-C825-1390-3E4DCC4E0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122363"/>
            <a:ext cx="6807029" cy="2387600"/>
          </a:xfrm>
        </p:spPr>
        <p:txBody>
          <a:bodyPr anchor="b"/>
          <a:lstStyle>
            <a:lvl1pPr algn="l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14" name="Picture 13" descr="A colorful symbol on a black background&#10;&#10;AI-generated content may be incorrect.">
            <a:extLst>
              <a:ext uri="{FF2B5EF4-FFF2-40B4-BE49-F238E27FC236}">
                <a16:creationId xmlns:a16="http://schemas.microsoft.com/office/drawing/2014/main" id="{60EC9AC9-3D01-B064-E614-4E92A46847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49866" flipH="1">
            <a:off x="7795527" y="67561"/>
            <a:ext cx="1872180" cy="1872180"/>
          </a:xfrm>
          <a:prstGeom prst="rect">
            <a:avLst/>
          </a:prstGeom>
        </p:spPr>
      </p:pic>
      <p:pic>
        <p:nvPicPr>
          <p:cNvPr id="15" name="Picture 14" descr="A colorful symbols on a black background&#10;&#10;AI-generated content may be incorrect.">
            <a:extLst>
              <a:ext uri="{FF2B5EF4-FFF2-40B4-BE49-F238E27FC236}">
                <a16:creationId xmlns:a16="http://schemas.microsoft.com/office/drawing/2014/main" id="{73140658-963F-8885-4B24-DDA0ECD137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259" y="195004"/>
            <a:ext cx="4145962" cy="4145962"/>
          </a:xfrm>
          <a:prstGeom prst="rect">
            <a:avLst/>
          </a:prstGeom>
        </p:spPr>
      </p:pic>
      <p:pic>
        <p:nvPicPr>
          <p:cNvPr id="16" name="Picture 15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78CE323E-707B-2766-C46D-DFD607CBAE0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53187">
            <a:off x="8755675" y="-691985"/>
            <a:ext cx="1974977" cy="1974977"/>
          </a:xfrm>
          <a:prstGeom prst="rect">
            <a:avLst/>
          </a:prstGeom>
        </p:spPr>
      </p:pic>
      <p:pic>
        <p:nvPicPr>
          <p:cNvPr id="17" name="Picture 16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160D0313-8628-9D51-8768-530C5671070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00000" flipH="1" flipV="1">
            <a:off x="9007715" y="3241959"/>
            <a:ext cx="1787313" cy="1787313"/>
          </a:xfrm>
          <a:prstGeom prst="rect">
            <a:avLst/>
          </a:prstGeom>
        </p:spPr>
      </p:pic>
      <p:pic>
        <p:nvPicPr>
          <p:cNvPr id="18" name="Picture 17" descr="A colorful magnifying glass&#10;&#10;AI-generated content may be incorrect.">
            <a:extLst>
              <a:ext uri="{FF2B5EF4-FFF2-40B4-BE49-F238E27FC236}">
                <a16:creationId xmlns:a16="http://schemas.microsoft.com/office/drawing/2014/main" id="{A17937D4-FF2A-C3F6-5988-AA4CF84D0CC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827972">
            <a:off x="10157685" y="4276709"/>
            <a:ext cx="1676377" cy="1676377"/>
          </a:xfrm>
          <a:prstGeom prst="rect">
            <a:avLst/>
          </a:prstGeom>
        </p:spPr>
      </p:pic>
      <p:pic>
        <p:nvPicPr>
          <p:cNvPr id="20" name="Picture 19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DF447728-C2D2-EC68-B249-DB4DD69291D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101" y="0"/>
            <a:ext cx="1646329" cy="164632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968A51-863D-F9C9-6D6F-B311E37917B2}"/>
              </a:ext>
            </a:extLst>
          </p:cNvPr>
          <p:cNvSpPr txBox="1"/>
          <p:nvPr userDrawn="1"/>
        </p:nvSpPr>
        <p:spPr>
          <a:xfrm>
            <a:off x="306038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3D8D98-EEE0-FC53-07A8-6F22DE171E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3602038"/>
            <a:ext cx="6807030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6AE0E-37B3-FA82-8107-582CF3427B5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306039" y="433136"/>
            <a:ext cx="2134649" cy="3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90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E4DDE40C-1F2A-0C24-DF9D-996AD87B70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 flipV="1">
            <a:off x="0" y="0"/>
            <a:ext cx="12192000" cy="6858000"/>
          </a:xfrm>
          <a:prstGeom prst="rect">
            <a:avLst/>
          </a:prstGeom>
        </p:spPr>
      </p:pic>
      <p:pic>
        <p:nvPicPr>
          <p:cNvPr id="37" name="Picture 36" descr="A colorful magnifying glass&#10;&#10;AI-generated content may be incorrect.">
            <a:extLst>
              <a:ext uri="{FF2B5EF4-FFF2-40B4-BE49-F238E27FC236}">
                <a16:creationId xmlns:a16="http://schemas.microsoft.com/office/drawing/2014/main" id="{9D4BEEA3-904D-AF19-D6D0-AF2DF4045A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39010">
            <a:off x="1711702" y="4672708"/>
            <a:ext cx="1833593" cy="1833593"/>
          </a:xfrm>
          <a:prstGeom prst="rect">
            <a:avLst/>
          </a:prstGeom>
        </p:spPr>
      </p:pic>
      <p:pic>
        <p:nvPicPr>
          <p:cNvPr id="36" name="Picture 35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C13E7582-7A5A-F188-A35B-D312A56235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7395" flipH="1">
            <a:off x="8036270" y="4475031"/>
            <a:ext cx="3712683" cy="3712683"/>
          </a:xfrm>
          <a:prstGeom prst="rect">
            <a:avLst/>
          </a:prstGeom>
        </p:spPr>
      </p:pic>
      <p:pic>
        <p:nvPicPr>
          <p:cNvPr id="35" name="Picture 34" descr="A colorful symbol on a black background&#10;&#10;AI-generated content may be incorrect.">
            <a:extLst>
              <a:ext uri="{FF2B5EF4-FFF2-40B4-BE49-F238E27FC236}">
                <a16:creationId xmlns:a16="http://schemas.microsoft.com/office/drawing/2014/main" id="{117558B1-FD2F-95B3-A896-7AACA9985A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49634">
            <a:off x="5917255" y="4376053"/>
            <a:ext cx="1777706" cy="1777706"/>
          </a:xfrm>
          <a:prstGeom prst="rect">
            <a:avLst/>
          </a:prstGeom>
        </p:spPr>
      </p:pic>
      <p:pic>
        <p:nvPicPr>
          <p:cNvPr id="33" name="Picture 32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963A95A3-147F-09BC-B0F7-056AC7E1ACA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005" y="-234505"/>
            <a:ext cx="2397473" cy="2397473"/>
          </a:xfrm>
          <a:prstGeom prst="rect">
            <a:avLst/>
          </a:prstGeom>
        </p:spPr>
      </p:pic>
      <p:pic>
        <p:nvPicPr>
          <p:cNvPr id="23" name="Picture 22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F1B9D415-A7F1-75AB-46DB-3045452B33D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5709">
            <a:off x="9561763" y="47836"/>
            <a:ext cx="2503877" cy="250387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AD1FF8E-AC6A-7529-F164-6F7B8E8C580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biLevel thresh="75000"/>
          </a:blip>
          <a:stretch>
            <a:fillRect/>
          </a:stretch>
        </p:blipFill>
        <p:spPr>
          <a:xfrm>
            <a:off x="5028676" y="433136"/>
            <a:ext cx="2134649" cy="30451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6C65536-BE0B-DFFF-3E59-844310F8D14B}"/>
              </a:ext>
            </a:extLst>
          </p:cNvPr>
          <p:cNvSpPr txBox="1"/>
          <p:nvPr userDrawn="1"/>
        </p:nvSpPr>
        <p:spPr>
          <a:xfrm>
            <a:off x="4434533" y="6192875"/>
            <a:ext cx="332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pic>
        <p:nvPicPr>
          <p:cNvPr id="32" name="Picture 31" descr="A colorful symbols on a black background&#10;&#10;AI-generated content may be incorrect.">
            <a:extLst>
              <a:ext uri="{FF2B5EF4-FFF2-40B4-BE49-F238E27FC236}">
                <a16:creationId xmlns:a16="http://schemas.microsoft.com/office/drawing/2014/main" id="{714ED0DD-6C9F-184C-C4CB-EE78320D20A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64" y="2818761"/>
            <a:ext cx="1655762" cy="165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7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152398-1ECF-46FD-E3AE-8650DBAF54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200000" flipH="1">
            <a:off x="2667000" y="-2667000"/>
            <a:ext cx="6858000" cy="12192000"/>
          </a:xfrm>
          <a:prstGeom prst="rect">
            <a:avLst/>
          </a:prstGeom>
        </p:spPr>
      </p:pic>
      <p:pic>
        <p:nvPicPr>
          <p:cNvPr id="12" name="Picture 11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EF798271-86B3-2E28-DBD7-9CCE31488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0000" flipV="1">
            <a:off x="165444" y="3204960"/>
            <a:ext cx="1545081" cy="1545081"/>
          </a:xfrm>
          <a:prstGeom prst="rect">
            <a:avLst/>
          </a:prstGeom>
        </p:spPr>
      </p:pic>
      <p:pic>
        <p:nvPicPr>
          <p:cNvPr id="10" name="Picture 9" descr="A colorful cross on a black background&#10;&#10;AI-generated content may be incorrect.">
            <a:extLst>
              <a:ext uri="{FF2B5EF4-FFF2-40B4-BE49-F238E27FC236}">
                <a16:creationId xmlns:a16="http://schemas.microsoft.com/office/drawing/2014/main" id="{A54AF983-A042-FDAF-DBBE-2B8B78BA41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21208">
            <a:off x="10257537" y="1494536"/>
            <a:ext cx="1847871" cy="184787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endParaRPr lang="es-ES"/>
          </a:p>
        </p:txBody>
      </p:sp>
      <p:pic>
        <p:nvPicPr>
          <p:cNvPr id="5" name="Picture 4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BEA3840B-74E5-7D22-995C-4A455308F9B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7702">
            <a:off x="-21237" y="-1477506"/>
            <a:ext cx="3986435" cy="3986435"/>
          </a:xfrm>
          <a:prstGeom prst="rect">
            <a:avLst/>
          </a:prstGeom>
        </p:spPr>
      </p:pic>
      <p:pic>
        <p:nvPicPr>
          <p:cNvPr id="6" name="Picture 5" descr="A colorful magnifying glass&#10;&#10;AI-generated content may be incorrect.">
            <a:extLst>
              <a:ext uri="{FF2B5EF4-FFF2-40B4-BE49-F238E27FC236}">
                <a16:creationId xmlns:a16="http://schemas.microsoft.com/office/drawing/2014/main" id="{17AD04CF-5F6A-A838-3415-3A261CF0A6F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287425" flipH="1">
            <a:off x="8571850" y="-12168"/>
            <a:ext cx="1801353" cy="1801353"/>
          </a:xfrm>
          <a:prstGeom prst="rect">
            <a:avLst/>
          </a:prstGeom>
        </p:spPr>
      </p:pic>
      <p:pic>
        <p:nvPicPr>
          <p:cNvPr id="7" name="Picture 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1C692C4B-B741-ABDB-7318-7A72FA08375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869" y="4740478"/>
            <a:ext cx="3060453" cy="3060453"/>
          </a:xfrm>
          <a:prstGeom prst="rect">
            <a:avLst/>
          </a:prstGeom>
        </p:spPr>
      </p:pic>
      <p:pic>
        <p:nvPicPr>
          <p:cNvPr id="8" name="Picture 7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CF7D48DD-AF86-649E-EA79-F5A5778CDF2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7126" y="3894673"/>
            <a:ext cx="2630799" cy="26307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BEE03E-2E2C-57E3-3732-8B08A4D4CF1F}"/>
              </a:ext>
            </a:extLst>
          </p:cNvPr>
          <p:cNvSpPr txBox="1"/>
          <p:nvPr userDrawn="1"/>
        </p:nvSpPr>
        <p:spPr>
          <a:xfrm>
            <a:off x="4434533" y="6192875"/>
            <a:ext cx="332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14A91946-ABB6-8441-B974-700ADF8DE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DEA59B-E1E0-7449-BBE2-47673C7475E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5028676" y="433136"/>
            <a:ext cx="2134649" cy="3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56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852D9119-7221-72E5-4379-71247EF5BA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69053">
            <a:off x="1585563" y="-768511"/>
            <a:ext cx="2338137" cy="2338137"/>
          </a:xfrm>
          <a:prstGeom prst="rect">
            <a:avLst/>
          </a:prstGeom>
        </p:spPr>
      </p:pic>
      <p:pic>
        <p:nvPicPr>
          <p:cNvPr id="13" name="Picture 12" descr="A colorful symbol on a black background&#10;&#10;AI-generated content may be incorrect.">
            <a:extLst>
              <a:ext uri="{FF2B5EF4-FFF2-40B4-BE49-F238E27FC236}">
                <a16:creationId xmlns:a16="http://schemas.microsoft.com/office/drawing/2014/main" id="{EF2E50EB-4095-B886-CD67-A20F605F28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834069" flipH="1">
            <a:off x="-748291" y="971522"/>
            <a:ext cx="2330704" cy="2330704"/>
          </a:xfrm>
          <a:prstGeom prst="rect">
            <a:avLst/>
          </a:prstGeom>
        </p:spPr>
      </p:pic>
      <p:pic>
        <p:nvPicPr>
          <p:cNvPr id="15" name="Picture 14" descr="A rainbow colored heart shaped object&#10;&#10;AI-generated content may be incorrect.">
            <a:extLst>
              <a:ext uri="{FF2B5EF4-FFF2-40B4-BE49-F238E27FC236}">
                <a16:creationId xmlns:a16="http://schemas.microsoft.com/office/drawing/2014/main" id="{C7B3BD5F-F598-4035-24F4-038FBF3A761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623" y="3477449"/>
            <a:ext cx="2762752" cy="2762752"/>
          </a:xfrm>
          <a:prstGeom prst="rect">
            <a:avLst/>
          </a:prstGeom>
        </p:spPr>
      </p:pic>
      <p:pic>
        <p:nvPicPr>
          <p:cNvPr id="17" name="Picture 16" descr="A colorful magnifying glass&#10;&#10;AI-generated content may be incorrect.">
            <a:extLst>
              <a:ext uri="{FF2B5EF4-FFF2-40B4-BE49-F238E27FC236}">
                <a16:creationId xmlns:a16="http://schemas.microsoft.com/office/drawing/2014/main" id="{9A7B2A51-51AB-3214-5712-8140A6C24280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668195" flipH="1">
            <a:off x="10045880" y="-690335"/>
            <a:ext cx="2391872" cy="2391872"/>
          </a:xfrm>
          <a:prstGeom prst="rect">
            <a:avLst/>
          </a:prstGeom>
        </p:spPr>
      </p:pic>
      <p:pic>
        <p:nvPicPr>
          <p:cNvPr id="19" name="Picture 18" descr="A colorful hourglass on a black background&#10;&#10;AI-generated content may be incorrect.">
            <a:extLst>
              <a:ext uri="{FF2B5EF4-FFF2-40B4-BE49-F238E27FC236}">
                <a16:creationId xmlns:a16="http://schemas.microsoft.com/office/drawing/2014/main" id="{A2F3CC3C-66D6-9091-5F70-7E749F4F6A2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76035">
            <a:off x="9086089" y="3833025"/>
            <a:ext cx="1870969" cy="1870969"/>
          </a:xfrm>
          <a:prstGeom prst="rect">
            <a:avLst/>
          </a:prstGeom>
        </p:spPr>
      </p:pic>
      <p:pic>
        <p:nvPicPr>
          <p:cNvPr id="23" name="Picture 22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F1B9D415-A7F1-75AB-46DB-3045452B33D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25709">
            <a:off x="8125227" y="5974881"/>
            <a:ext cx="1766236" cy="176623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FFFFFF"/>
                </a:solidFill>
                <a:latin typeface="+mj-lt"/>
              </a:defRPr>
            </a:lvl1pPr>
          </a:lstStyle>
          <a:p>
            <a:endParaRPr lang="es-E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02EBF4-DD45-B5F6-51BB-408E71702A19}"/>
              </a:ext>
            </a:extLst>
          </p:cNvPr>
          <p:cNvSpPr txBox="1"/>
          <p:nvPr userDrawn="1"/>
        </p:nvSpPr>
        <p:spPr>
          <a:xfrm>
            <a:off x="4434533" y="6192875"/>
            <a:ext cx="33229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chemeClr val="bg1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chemeClr val="bg1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9953BB0-54E7-8CA2-A758-FFF596FA9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77650-88F2-B699-4CC9-5EC1E197D63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biLevel thresh="75000"/>
          </a:blip>
          <a:stretch>
            <a:fillRect/>
          </a:stretch>
        </p:blipFill>
        <p:spPr>
          <a:xfrm>
            <a:off x="5028676" y="433136"/>
            <a:ext cx="2134649" cy="30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0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F203FD-CB0A-B8B8-4F4A-A61D988EC2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eckless" panose="02000500000000000000" pitchFamily="2" charset="77"/>
              </a:defRPr>
            </a:lvl1pPr>
          </a:lstStyle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6" name="Picture 5" descr="A colorful spiral object on a black background&#10;&#10;AI-generated content may be incorrect.">
            <a:extLst>
              <a:ext uri="{FF2B5EF4-FFF2-40B4-BE49-F238E27FC236}">
                <a16:creationId xmlns:a16="http://schemas.microsoft.com/office/drawing/2014/main" id="{C0F6BC61-562D-9303-2177-203C7AA770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809758">
            <a:off x="3854163" y="1121270"/>
            <a:ext cx="4017440" cy="40174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350E2E-CDED-4F32-1D29-BDDD27E220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306039" y="6060049"/>
            <a:ext cx="3803949" cy="5426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77AF95-5447-4E61-2E66-8CF3782CC680}"/>
              </a:ext>
            </a:extLst>
          </p:cNvPr>
          <p:cNvSpPr txBox="1"/>
          <p:nvPr userDrawn="1"/>
        </p:nvSpPr>
        <p:spPr>
          <a:xfrm>
            <a:off x="8316227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rgbClr val="FFFFFF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35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End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B19AC-0E4F-FED8-7D38-753123A0CE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eckless" panose="02000500000000000000" pitchFamily="2" charset="77"/>
              </a:defRPr>
            </a:lvl1pPr>
          </a:lstStyle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7" name="Picture 6" descr="A colorful logo on a black background&#10;&#10;AI-generated content may be incorrect.">
            <a:extLst>
              <a:ext uri="{FF2B5EF4-FFF2-40B4-BE49-F238E27FC236}">
                <a16:creationId xmlns:a16="http://schemas.microsoft.com/office/drawing/2014/main" id="{CCBEA4C4-E5CF-4D36-EF28-CEBA2DD7EC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505" y="1283337"/>
            <a:ext cx="3348990" cy="334899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24317A-6CAB-CBD7-22BA-B9CFF1A4EA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306039" y="6060049"/>
            <a:ext cx="3803949" cy="542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187C8E-813E-5CE4-6208-C3A1A4CF5E83}"/>
              </a:ext>
            </a:extLst>
          </p:cNvPr>
          <p:cNvSpPr txBox="1"/>
          <p:nvPr userDrawn="1"/>
        </p:nvSpPr>
        <p:spPr>
          <a:xfrm>
            <a:off x="8316227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rgbClr val="FFFFFF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4537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End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sky&#10;&#10;AI-generated content may be incorrect.">
            <a:extLst>
              <a:ext uri="{FF2B5EF4-FFF2-40B4-BE49-F238E27FC236}">
                <a16:creationId xmlns:a16="http://schemas.microsoft.com/office/drawing/2014/main" id="{356D0D68-43AC-67F4-12C3-36EB1EE8F8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eckless" panose="02000500000000000000" pitchFamily="2" charset="77"/>
              </a:defRPr>
            </a:lvl1pPr>
          </a:lstStyle>
          <a:p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+mj-lt"/>
                <a:ea typeface="Roboto Mono Medium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s-ES"/>
          </a:p>
        </p:txBody>
      </p:sp>
      <p:pic>
        <p:nvPicPr>
          <p:cNvPr id="11" name="Picture 10" descr="A colorful gear with a hole&#10;&#10;AI-generated content may be incorrect.">
            <a:extLst>
              <a:ext uri="{FF2B5EF4-FFF2-40B4-BE49-F238E27FC236}">
                <a16:creationId xmlns:a16="http://schemas.microsoft.com/office/drawing/2014/main" id="{852D9119-7221-72E5-4379-71247EF5BA8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69053">
            <a:off x="4319133" y="1217500"/>
            <a:ext cx="3553735" cy="35537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465DA1-29BF-FAF5-7EB0-686B8A6EE20C}"/>
              </a:ext>
            </a:extLst>
          </p:cNvPr>
          <p:cNvSpPr txBox="1"/>
          <p:nvPr userDrawn="1"/>
        </p:nvSpPr>
        <p:spPr>
          <a:xfrm>
            <a:off x="8316227" y="6192875"/>
            <a:ext cx="35697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SOUTHWORKS </a:t>
            </a:r>
            <a:r>
              <a:rPr lang="en-U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200" kern="1200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200" kern="1200" err="1">
                <a:solidFill>
                  <a:srgbClr val="FFFFFF"/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200" kern="1200">
              <a:solidFill>
                <a:srgbClr val="FFFFFF"/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4DD153-3D07-ACDE-19C3-589E0724EB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biLevel thresh="50000"/>
          </a:blip>
          <a:stretch>
            <a:fillRect/>
          </a:stretch>
        </p:blipFill>
        <p:spPr>
          <a:xfrm>
            <a:off x="306039" y="6060049"/>
            <a:ext cx="3803949" cy="54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270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sky with black text&#10;&#10;AI-generated content may be incorrect.">
            <a:extLst>
              <a:ext uri="{FF2B5EF4-FFF2-40B4-BE49-F238E27FC236}">
                <a16:creationId xmlns:a16="http://schemas.microsoft.com/office/drawing/2014/main" id="{F7BB919E-73F0-5336-C122-2146F3F3E2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1352" y="2251777"/>
            <a:ext cx="5625940" cy="31719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4D6A0A-EFE1-04C2-9725-A9EC7E7ADEB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06697" y="4643557"/>
            <a:ext cx="4932513" cy="234961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199390" y="5565724"/>
            <a:ext cx="2576997" cy="930492"/>
          </a:xfrm>
        </p:spPr>
        <p:txBody>
          <a:bodyPr>
            <a:normAutofit/>
          </a:bodyPr>
          <a:lstStyle>
            <a:lvl1pPr marL="0" indent="0">
              <a:buNone/>
              <a:defRPr sz="8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01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169A9F2-0B3B-12A7-C9E5-F933A4E26A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1029" y="233486"/>
            <a:ext cx="194893" cy="1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1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89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white sky&#10;&#10;AI-generated content may be incorrect.">
            <a:extLst>
              <a:ext uri="{FF2B5EF4-FFF2-40B4-BE49-F238E27FC236}">
                <a16:creationId xmlns:a16="http://schemas.microsoft.com/office/drawing/2014/main" id="{834D6A0A-EFE1-04C2-9725-A9EC7E7ADE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2A60D129-9B03-D7C5-D60B-B1F5568DD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97" y="4643557"/>
            <a:ext cx="4932513" cy="234961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D195A62B-93F6-3FBF-257A-3413528943B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390" y="5565724"/>
            <a:ext cx="2576997" cy="930492"/>
          </a:xfrm>
        </p:spPr>
        <p:txBody>
          <a:bodyPr>
            <a:normAutofit/>
          </a:bodyPr>
          <a:lstStyle>
            <a:lvl1pPr marL="0" indent="0">
              <a:buNone/>
              <a:defRPr sz="8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01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CBE2B4-AE1B-4CB1-8B9F-A030207B13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029" y="233486"/>
            <a:ext cx="194893" cy="1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4D6A0A-EFE1-04C2-9725-A9EC7E7ADE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07FD6CF4-517B-77F5-F587-845D6F36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97" y="4643557"/>
            <a:ext cx="4932513" cy="234961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2158F578-E29B-F04C-F242-BF38ADA63EA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390" y="5565724"/>
            <a:ext cx="2576997" cy="930492"/>
          </a:xfrm>
        </p:spPr>
        <p:txBody>
          <a:bodyPr>
            <a:normAutofit/>
          </a:bodyPr>
          <a:lstStyle>
            <a:lvl1pPr marL="0" indent="0">
              <a:buNone/>
              <a:defRPr sz="8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E42BE3-D39D-DB07-0DC7-AF183DDA27A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029" y="233486"/>
            <a:ext cx="194893" cy="1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627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4D6A0A-EFE1-04C2-9725-A9EC7E7ADE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44D7005-A975-F999-9E8B-3DBB8E6F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97" y="4643557"/>
            <a:ext cx="4932513" cy="234961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A14556E0-E9CE-753D-E93A-A77DF5EB941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390" y="5565724"/>
            <a:ext cx="2576997" cy="930492"/>
          </a:xfrm>
        </p:spPr>
        <p:txBody>
          <a:bodyPr>
            <a:normAutofit/>
          </a:bodyPr>
          <a:lstStyle>
            <a:lvl1pPr marL="0" indent="0">
              <a:buNone/>
              <a:defRPr sz="8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80EC54-ED5D-79DB-DAD2-FAD54D9303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029" y="233486"/>
            <a:ext cx="194893" cy="1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42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34D6A0A-EFE1-04C2-9725-A9EC7E7ADE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610C18DD-05A2-F35E-E64A-331A5CC79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6697" y="4643557"/>
            <a:ext cx="4932513" cy="234961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00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E5A7FFA8-4812-1238-F768-229EB1678C1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390" y="5565724"/>
            <a:ext cx="2576997" cy="930492"/>
          </a:xfrm>
        </p:spPr>
        <p:txBody>
          <a:bodyPr>
            <a:normAutofit/>
          </a:bodyPr>
          <a:lstStyle>
            <a:lvl1pPr marL="0" indent="0">
              <a:buNone/>
              <a:defRPr sz="80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01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92F78C-16FA-003F-556D-BE683E6D13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1029" y="233486"/>
            <a:ext cx="194893" cy="17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730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B8CC3-3812-014B-711F-EEA799E72B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78A2969-8715-7CF1-97E7-77826A1D7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ED9E9-8A9B-4E42-F3A9-8DA7B5939F19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8" name="Content Placeholder 30">
            <a:extLst>
              <a:ext uri="{FF2B5EF4-FFF2-40B4-BE49-F238E27FC236}">
                <a16:creationId xmlns:a16="http://schemas.microsoft.com/office/drawing/2014/main" id="{A1B67F36-E10C-C380-E3CC-FCDCE7F42B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69356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mon_Slide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B8CC3-3812-014B-711F-EEA799E72B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78A2969-8715-7CF1-97E7-77826A1D7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Content Placeholder 30">
            <a:extLst>
              <a:ext uri="{FF2B5EF4-FFF2-40B4-BE49-F238E27FC236}">
                <a16:creationId xmlns:a16="http://schemas.microsoft.com/office/drawing/2014/main" id="{A1B67F36-E10C-C380-E3CC-FCDCE7F42B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320531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CC7F832-0BE8-36DC-0D7D-098A04A2D29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EEF3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5B8CC3-3812-014B-711F-EEA799E72B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78A2969-8715-7CF1-97E7-77826A1D75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ED9E9-8A9B-4E42-F3A9-8DA7B5939F19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8" name="Content Placeholder 30">
            <a:extLst>
              <a:ext uri="{FF2B5EF4-FFF2-40B4-BE49-F238E27FC236}">
                <a16:creationId xmlns:a16="http://schemas.microsoft.com/office/drawing/2014/main" id="{A1B67F36-E10C-C380-E3CC-FCDCE7F42B4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841671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lue and white background&#10;&#10;AI-generated content may be incorrect.">
            <a:extLst>
              <a:ext uri="{FF2B5EF4-FFF2-40B4-BE49-F238E27FC236}">
                <a16:creationId xmlns:a16="http://schemas.microsoft.com/office/drawing/2014/main" id="{9DF1EBB7-81E0-B2EB-A059-603544B005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17B46-232B-5F97-3616-49F2027606FE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CB570A-89DB-29B7-335B-29C02D1A68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6720EC94-1017-937A-AC45-B6EB89579F4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948071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39816-8870-42A9-2A73-44418C1CFF4C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A409309-1A5A-AAF8-F465-0F16E06144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8D6AF084-117F-F04C-2DB1-1C03ADFBEFE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558319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sky&#10;&#10;AI-generated content may be incorrect.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ED9E9-8A9B-4E42-F3A9-8DA7B5939F19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ABD8BF-6C77-F211-1C87-5B903CB9F0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3" name="Content Placeholder 30">
            <a:extLst>
              <a:ext uri="{FF2B5EF4-FFF2-40B4-BE49-F238E27FC236}">
                <a16:creationId xmlns:a16="http://schemas.microsoft.com/office/drawing/2014/main" id="{6210E88A-B76E-26E8-D1B5-454DF1F4D56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563EA9-7514-E171-9069-3900A9026C12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29EFC1BD-CEFC-909F-1F9A-937B45B00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42C43A15-8AD3-AFF4-BFB2-F84CCEE259D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41584341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4B9AE-931C-9E2F-8F95-1D84505269F8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7F52FE7F-829B-1F11-9C8D-2C0B9E17C1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7D6F0023-A360-C5AC-B79F-83AB666F31F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063888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3FA38-3AE3-89F3-F221-D81655C43070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C75367-0025-5CDC-9FC7-930B1C05B4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A3E131B3-2231-8323-14B0-1B8FC6646112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7963110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on_Slide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A324FE3-4ED9-9623-A589-649CDF759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EEF3F7"/>
          </a:solidFill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02EC4576-2DCC-95F2-FB00-E81159F5D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055813"/>
            <a:ext cx="11556751" cy="412114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400"/>
            </a:lvl2pPr>
            <a:lvl3pPr marL="914400" indent="0">
              <a:lnSpc>
                <a:spcPct val="100000"/>
              </a:lnSpc>
              <a:buNone/>
              <a:defRPr sz="1400"/>
            </a:lvl3pPr>
            <a:lvl4pPr marL="1371600" indent="0">
              <a:lnSpc>
                <a:spcPct val="100000"/>
              </a:lnSpc>
              <a:buNone/>
              <a:defRPr sz="1400"/>
            </a:lvl4pPr>
            <a:lvl5pPr marL="18288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D17B46-232B-5F97-3616-49F2027606FE}"/>
              </a:ext>
            </a:extLst>
          </p:cNvPr>
          <p:cNvSpPr txBox="1"/>
          <p:nvPr userDrawn="1"/>
        </p:nvSpPr>
        <p:spPr>
          <a:xfrm>
            <a:off x="306038" y="6192875"/>
            <a:ext cx="3569734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Southworks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n-U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|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Development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on</a:t>
            </a:r>
            <a:r>
              <a:rPr lang="es-ES" sz="1000" kern="1200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 </a:t>
            </a:r>
            <a:r>
              <a:rPr lang="es-ES" sz="1000" kern="1200" err="1">
                <a:solidFill>
                  <a:schemeClr val="tx1">
                    <a:alpha val="40000"/>
                  </a:schemeClr>
                </a:solidFill>
                <a:latin typeface="+mn-lt"/>
                <a:ea typeface="Roboto Mono Medium" pitchFamily="49" charset="0"/>
                <a:cs typeface="+mn-cs"/>
              </a:rPr>
              <a:t>Demand</a:t>
            </a:r>
            <a:endParaRPr lang="es-ES" sz="1000" kern="1200">
              <a:solidFill>
                <a:schemeClr val="tx1">
                  <a:alpha val="40000"/>
                </a:schemeClr>
              </a:solidFill>
              <a:latin typeface="+mn-lt"/>
              <a:ea typeface="Roboto Mono Medium" pitchFamily="49" charset="0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CB570A-89DB-29B7-335B-29C02D1A68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6037" y="707663"/>
            <a:ext cx="6224363" cy="110385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GB">
                <a:ea typeface="Roboto Mono Medium" pitchFamily="2" charset="0"/>
              </a:rPr>
              <a:t>Title</a:t>
            </a:r>
            <a:endParaRPr lang="es-ES"/>
          </a:p>
        </p:txBody>
      </p:sp>
      <p:sp>
        <p:nvSpPr>
          <p:cNvPr id="4" name="Content Placeholder 30">
            <a:extLst>
              <a:ext uri="{FF2B5EF4-FFF2-40B4-BE49-F238E27FC236}">
                <a16:creationId xmlns:a16="http://schemas.microsoft.com/office/drawing/2014/main" id="{6720EC94-1017-937A-AC45-B6EB89579F4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546908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_Study_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B8CC3-3812-014B-711F-EEA799E72B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21B0A2-DB3A-1E38-52BE-7B27B2503B16}"/>
              </a:ext>
            </a:extLst>
          </p:cNvPr>
          <p:cNvSpPr txBox="1"/>
          <p:nvPr userDrawn="1"/>
        </p:nvSpPr>
        <p:spPr>
          <a:xfrm>
            <a:off x="8443748" y="344202"/>
            <a:ext cx="2795920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6000">
                <a:solidFill>
                  <a:schemeClr val="accent4"/>
                </a:solidFill>
                <a:latin typeface="+mj-lt"/>
              </a:rPr>
              <a:t>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7D1082-3A40-C5A4-BD27-CB7781AE51A5}"/>
              </a:ext>
            </a:extLst>
          </p:cNvPr>
          <p:cNvSpPr txBox="1"/>
          <p:nvPr userDrawn="1"/>
        </p:nvSpPr>
        <p:spPr>
          <a:xfrm>
            <a:off x="4703852" y="344202"/>
            <a:ext cx="2795920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6000">
                <a:solidFill>
                  <a:schemeClr val="accent4"/>
                </a:solidFill>
                <a:latin typeface="+mj-lt"/>
              </a:rPr>
              <a:t>“</a:t>
            </a:r>
          </a:p>
        </p:txBody>
      </p:sp>
      <p:sp>
        <p:nvSpPr>
          <p:cNvPr id="58" name="Content Placeholder 30">
            <a:extLst>
              <a:ext uri="{FF2B5EF4-FFF2-40B4-BE49-F238E27FC236}">
                <a16:creationId xmlns:a16="http://schemas.microsoft.com/office/drawing/2014/main" id="{3B0520FB-0E8B-324F-B50E-40D8CC00CAD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845902" y="2472876"/>
            <a:ext cx="2184761" cy="366837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Situation</a:t>
            </a:r>
          </a:p>
        </p:txBody>
      </p:sp>
      <p:sp>
        <p:nvSpPr>
          <p:cNvPr id="57" name="Content Placeholder 30">
            <a:extLst>
              <a:ext uri="{FF2B5EF4-FFF2-40B4-BE49-F238E27FC236}">
                <a16:creationId xmlns:a16="http://schemas.microsoft.com/office/drawing/2014/main" id="{B1964AAC-F50A-665E-076E-D89F58C9C98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69096" y="738594"/>
            <a:ext cx="3118102" cy="682721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78A2969-8715-7CF1-97E7-77826A1D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38" y="754062"/>
            <a:ext cx="4130412" cy="1212929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DC6AA-5A50-4089-EBBA-9C7FDC602AD1}"/>
              </a:ext>
            </a:extLst>
          </p:cNvPr>
          <p:cNvSpPr txBox="1"/>
          <p:nvPr userDrawn="1"/>
        </p:nvSpPr>
        <p:spPr>
          <a:xfrm>
            <a:off x="12431777" y="6447735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+mj-lt"/>
                <a:ea typeface="Roboto Mono Medium" pitchFamily="2" charset="0"/>
              </a:rPr>
              <a:t>Learn more: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BC89D-11F0-311E-8246-AE1F49590866}"/>
              </a:ext>
            </a:extLst>
          </p:cNvPr>
          <p:cNvCxnSpPr>
            <a:cxnSpLocks/>
          </p:cNvCxnSpPr>
          <p:nvPr userDrawn="1"/>
        </p:nvCxnSpPr>
        <p:spPr>
          <a:xfrm>
            <a:off x="9431159" y="-825486"/>
            <a:ext cx="11573228" cy="0"/>
          </a:xfrm>
          <a:prstGeom prst="line">
            <a:avLst/>
          </a:prstGeom>
          <a:ln w="6350">
            <a:solidFill>
              <a:srgbClr val="1E1E1E">
                <a:alpha val="29804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5" name="Content Placeholder 30">
            <a:extLst>
              <a:ext uri="{FF2B5EF4-FFF2-40B4-BE49-F238E27FC236}">
                <a16:creationId xmlns:a16="http://schemas.microsoft.com/office/drawing/2014/main" id="{7DD81C05-9E96-D16A-F4C8-2B2D47037BD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45902" y="2839713"/>
            <a:ext cx="2184761" cy="2217997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9" name="Content Placeholder 30">
            <a:extLst>
              <a:ext uri="{FF2B5EF4-FFF2-40B4-BE49-F238E27FC236}">
                <a16:creationId xmlns:a16="http://schemas.microsoft.com/office/drawing/2014/main" id="{D700C3F1-1081-CC2E-E472-5102BDAC9F6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263051" y="2839713"/>
            <a:ext cx="2184761" cy="2217997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2" name="Content Placeholder 30">
            <a:extLst>
              <a:ext uri="{FF2B5EF4-FFF2-40B4-BE49-F238E27FC236}">
                <a16:creationId xmlns:a16="http://schemas.microsoft.com/office/drawing/2014/main" id="{7CB43F98-983C-0299-3CB2-6CB1B10A48B5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680200" y="2839713"/>
            <a:ext cx="2184761" cy="2217997"/>
          </a:xfrm>
        </p:spPr>
        <p:txBody>
          <a:bodyPr anchor="t">
            <a:noAutofit/>
          </a:bodyPr>
          <a:lstStyle>
            <a:lvl1pPr marL="171450" indent="-171450">
              <a:lnSpc>
                <a:spcPct val="120000"/>
              </a:lnSpc>
              <a:buFontTx/>
              <a:buBlip>
                <a:blip r:embed="rId2"/>
              </a:buBlip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59" name="Content Placeholder 30">
            <a:extLst>
              <a:ext uri="{FF2B5EF4-FFF2-40B4-BE49-F238E27FC236}">
                <a16:creationId xmlns:a16="http://schemas.microsoft.com/office/drawing/2014/main" id="{9DC3F474-2756-D90A-B57B-F640EC8F5C4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7263051" y="2472876"/>
            <a:ext cx="2184761" cy="366837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Solution</a:t>
            </a:r>
          </a:p>
        </p:txBody>
      </p:sp>
      <p:sp>
        <p:nvSpPr>
          <p:cNvPr id="60" name="Content Placeholder 30">
            <a:extLst>
              <a:ext uri="{FF2B5EF4-FFF2-40B4-BE49-F238E27FC236}">
                <a16:creationId xmlns:a16="http://schemas.microsoft.com/office/drawing/2014/main" id="{B00E718D-2C62-044B-5144-7230B0972E1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9673934" y="2472876"/>
            <a:ext cx="2184761" cy="366837"/>
          </a:xfrm>
        </p:spPr>
        <p:txBody>
          <a:bodyPr anchor="t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  <a:latin typeface="+mj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Impact</a:t>
            </a:r>
          </a:p>
        </p:txBody>
      </p:sp>
      <p:sp>
        <p:nvSpPr>
          <p:cNvPr id="56" name="Content Placeholder 30">
            <a:extLst>
              <a:ext uri="{FF2B5EF4-FFF2-40B4-BE49-F238E27FC236}">
                <a16:creationId xmlns:a16="http://schemas.microsoft.com/office/drawing/2014/main" id="{723D69C5-B579-91FB-F4E2-17A934C0D89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020056" y="738594"/>
            <a:ext cx="3127246" cy="682721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pic>
        <p:nvPicPr>
          <p:cNvPr id="69" name="Picture 68" descr="A blue and white hexagon with a black circle&#10;&#10;AI-generated content may be incorrect.">
            <a:extLst>
              <a:ext uri="{FF2B5EF4-FFF2-40B4-BE49-F238E27FC236}">
                <a16:creationId xmlns:a16="http://schemas.microsoft.com/office/drawing/2014/main" id="{645A4018-A96F-8A39-70CC-C87C16DD4F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8950" y="2148986"/>
            <a:ext cx="279797" cy="279797"/>
          </a:xfrm>
          <a:prstGeom prst="rect">
            <a:avLst/>
          </a:prstGeom>
        </p:spPr>
      </p:pic>
      <p:pic>
        <p:nvPicPr>
          <p:cNvPr id="70" name="Picture 69" descr="A light bulb with a black background&#10;&#10;AI-generated content may be incorrect.">
            <a:extLst>
              <a:ext uri="{FF2B5EF4-FFF2-40B4-BE49-F238E27FC236}">
                <a16:creationId xmlns:a16="http://schemas.microsoft.com/office/drawing/2014/main" id="{96F396FA-2198-059D-1689-CF7839299E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58374" y="2148986"/>
            <a:ext cx="273919" cy="280943"/>
          </a:xfrm>
          <a:prstGeom prst="rect">
            <a:avLst/>
          </a:prstGeom>
        </p:spPr>
      </p:pic>
      <p:pic>
        <p:nvPicPr>
          <p:cNvPr id="71" name="Picture 70" descr="A group of different colored shapes&#10;&#10;AI-generated content may be incorrect.">
            <a:extLst>
              <a:ext uri="{FF2B5EF4-FFF2-40B4-BE49-F238E27FC236}">
                <a16:creationId xmlns:a16="http://schemas.microsoft.com/office/drawing/2014/main" id="{6D5991C3-6791-812C-16B8-E536B0DA8BA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30903" y="2148986"/>
            <a:ext cx="227709" cy="227709"/>
          </a:xfrm>
          <a:prstGeom prst="rect">
            <a:avLst/>
          </a:prstGeom>
        </p:spPr>
      </p:pic>
      <p:sp>
        <p:nvSpPr>
          <p:cNvPr id="3" name="Content Placeholder 30">
            <a:extLst>
              <a:ext uri="{FF2B5EF4-FFF2-40B4-BE49-F238E27FC236}">
                <a16:creationId xmlns:a16="http://schemas.microsoft.com/office/drawing/2014/main" id="{5F0B527E-2869-F41B-83D2-2FE111FC1D2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509757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_Study_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5B8CC3-3812-014B-711F-EEA799E72B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21B0A2-DB3A-1E38-52BE-7B27B2503B16}"/>
              </a:ext>
            </a:extLst>
          </p:cNvPr>
          <p:cNvSpPr txBox="1"/>
          <p:nvPr userDrawn="1"/>
        </p:nvSpPr>
        <p:spPr>
          <a:xfrm>
            <a:off x="8443748" y="344202"/>
            <a:ext cx="2795920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6000">
                <a:solidFill>
                  <a:schemeClr val="accent4"/>
                </a:solidFill>
                <a:latin typeface="+mj-lt"/>
              </a:rPr>
              <a:t>“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7D1082-3A40-C5A4-BD27-CB7781AE51A5}"/>
              </a:ext>
            </a:extLst>
          </p:cNvPr>
          <p:cNvSpPr txBox="1"/>
          <p:nvPr userDrawn="1"/>
        </p:nvSpPr>
        <p:spPr>
          <a:xfrm>
            <a:off x="4703852" y="344202"/>
            <a:ext cx="2795920" cy="1136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6000">
                <a:solidFill>
                  <a:schemeClr val="accent4"/>
                </a:solidFill>
                <a:latin typeface="+mj-lt"/>
              </a:rPr>
              <a:t>“</a:t>
            </a:r>
          </a:p>
        </p:txBody>
      </p:sp>
      <p:sp>
        <p:nvSpPr>
          <p:cNvPr id="57" name="Content Placeholder 30">
            <a:extLst>
              <a:ext uri="{FF2B5EF4-FFF2-40B4-BE49-F238E27FC236}">
                <a16:creationId xmlns:a16="http://schemas.microsoft.com/office/drawing/2014/main" id="{B1964AAC-F50A-665E-076E-D89F58C9C98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769096" y="738594"/>
            <a:ext cx="3118102" cy="682721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978A2969-8715-7CF1-97E7-77826A1D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038" y="754062"/>
            <a:ext cx="4130412" cy="1212929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endParaRPr lang="es-E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4DC6AA-5A50-4089-EBBA-9C7FDC602AD1}"/>
              </a:ext>
            </a:extLst>
          </p:cNvPr>
          <p:cNvSpPr txBox="1"/>
          <p:nvPr userDrawn="1"/>
        </p:nvSpPr>
        <p:spPr>
          <a:xfrm>
            <a:off x="12431777" y="6447735"/>
            <a:ext cx="8723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chemeClr val="tx2"/>
                </a:solidFill>
                <a:latin typeface="+mj-lt"/>
                <a:ea typeface="Roboto Mono Medium" pitchFamily="2" charset="0"/>
              </a:rPr>
              <a:t>Learn more: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DBC89D-11F0-311E-8246-AE1F49590866}"/>
              </a:ext>
            </a:extLst>
          </p:cNvPr>
          <p:cNvCxnSpPr>
            <a:cxnSpLocks/>
          </p:cNvCxnSpPr>
          <p:nvPr userDrawn="1"/>
        </p:nvCxnSpPr>
        <p:spPr>
          <a:xfrm>
            <a:off x="9431159" y="-825486"/>
            <a:ext cx="11573228" cy="0"/>
          </a:xfrm>
          <a:prstGeom prst="line">
            <a:avLst/>
          </a:prstGeom>
          <a:ln w="6350">
            <a:solidFill>
              <a:srgbClr val="1E1E1E">
                <a:alpha val="29804"/>
              </a:srgb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6" name="Content Placeholder 30">
            <a:extLst>
              <a:ext uri="{FF2B5EF4-FFF2-40B4-BE49-F238E27FC236}">
                <a16:creationId xmlns:a16="http://schemas.microsoft.com/office/drawing/2014/main" id="{723D69C5-B579-91FB-F4E2-17A934C0D89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020056" y="738594"/>
            <a:ext cx="3127246" cy="682721"/>
          </a:xfrm>
        </p:spPr>
        <p:txBody>
          <a:bodyPr anchor="t">
            <a:noAutofit/>
          </a:bodyPr>
          <a:lstStyle>
            <a:lvl1pPr marL="0" indent="0">
              <a:lnSpc>
                <a:spcPct val="120000"/>
              </a:lnSpc>
              <a:buNone/>
              <a:defRPr sz="1000">
                <a:solidFill>
                  <a:schemeClr val="tx1"/>
                </a:solidFill>
                <a:latin typeface="+mn-lt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3" name="Content Placeholder 30">
            <a:extLst>
              <a:ext uri="{FF2B5EF4-FFF2-40B4-BE49-F238E27FC236}">
                <a16:creationId xmlns:a16="http://schemas.microsoft.com/office/drawing/2014/main" id="{C04AF335-B672-E6BD-BE3A-C2ED0DE0755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6037" y="418904"/>
            <a:ext cx="2743200" cy="271833"/>
          </a:xfrm>
        </p:spPr>
        <p:txBody>
          <a:bodyPr anchor="t">
            <a:noAutofit/>
          </a:bodyPr>
          <a:lstStyle>
            <a:lvl1pPr marL="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1pPr>
            <a:lvl2pPr marL="4572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2pPr>
            <a:lvl3pPr marL="9144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3pPr>
            <a:lvl4pPr marL="13716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4pPr>
            <a:lvl5pPr marL="1828800" indent="0">
              <a:buNone/>
              <a:defRPr sz="1000">
                <a:latin typeface="Roboto Mono Medium" pitchFamily="49" charset="0"/>
                <a:ea typeface="Roboto Mono Medium" pitchFamily="49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990428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22/10/2026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1" r:id="rId2"/>
    <p:sldLayoutId id="2147483662" r:id="rId3"/>
    <p:sldLayoutId id="2147483673" r:id="rId4"/>
    <p:sldLayoutId id="2147483675" r:id="rId5"/>
    <p:sldLayoutId id="2147483674" r:id="rId6"/>
    <p:sldLayoutId id="2147483660" r:id="rId7"/>
    <p:sldLayoutId id="2147483677" r:id="rId8"/>
    <p:sldLayoutId id="2147483676" r:id="rId9"/>
    <p:sldLayoutId id="2147483670" r:id="rId10"/>
    <p:sldLayoutId id="2147483679" r:id="rId11"/>
    <p:sldLayoutId id="2147483678" r:id="rId12"/>
    <p:sldLayoutId id="2147483664" r:id="rId13"/>
    <p:sldLayoutId id="2147483651" r:id="rId14"/>
    <p:sldLayoutId id="2147483665" r:id="rId15"/>
    <p:sldLayoutId id="2147483666" r:id="rId16"/>
    <p:sldLayoutId id="2147483667" r:id="rId17"/>
    <p:sldLayoutId id="2147483689" r:id="rId18"/>
    <p:sldLayoutId id="2147483693" r:id="rId19"/>
    <p:sldLayoutId id="2147483691" r:id="rId20"/>
    <p:sldLayoutId id="2147483690" r:id="rId21"/>
    <p:sldLayoutId id="2147483680" r:id="rId22"/>
    <p:sldLayoutId id="2147483649" r:id="rId23"/>
    <p:sldLayoutId id="2147483681" r:id="rId24"/>
    <p:sldLayoutId id="2147483682" r:id="rId25"/>
    <p:sldLayoutId id="2147483683" r:id="rId26"/>
    <p:sldLayoutId id="2147483684" r:id="rId27"/>
    <p:sldLayoutId id="2147483687" r:id="rId28"/>
    <p:sldLayoutId id="2147483688" r:id="rId29"/>
    <p:sldLayoutId id="2147483650" r:id="rId30"/>
    <p:sldLayoutId id="2147483652" r:id="rId31"/>
    <p:sldLayoutId id="2147483653" r:id="rId32"/>
    <p:sldLayoutId id="2147483654" r:id="rId33"/>
    <p:sldLayoutId id="2147483655" r:id="rId34"/>
    <p:sldLayoutId id="2147483656" r:id="rId35"/>
    <p:sldLayoutId id="2147483657" r:id="rId36"/>
    <p:sldLayoutId id="2147483658" r:id="rId37"/>
    <p:sldLayoutId id="2147483659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3A7E5-9226-0190-FFA5-7D1C99017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038" y="1449741"/>
            <a:ext cx="8596802" cy="2387600"/>
          </a:xfrm>
        </p:spPr>
        <p:txBody>
          <a:bodyPr>
            <a:noAutofit/>
          </a:bodyPr>
          <a:lstStyle/>
          <a:p>
            <a:r>
              <a:rPr lang="en-GB" dirty="0"/>
              <a:t>Title</a:t>
            </a:r>
            <a:endParaRPr lang="en-AR" sz="5600" dirty="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E56CC32-FE9C-18D9-044B-16EDA2BDF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039" y="4042304"/>
            <a:ext cx="7785338" cy="151852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PP Telegraf" pitchFamily="2" charset="77"/>
                <a:cs typeface="Poppins"/>
              </a:rPr>
              <a:t>Brief description</a:t>
            </a:r>
            <a:endParaRPr lang="en-AR" dirty="0">
              <a:solidFill>
                <a:srgbClr val="FFFFFF"/>
              </a:solidFill>
              <a:latin typeface="+mj-lt"/>
              <a:cs typeface="Poppins"/>
            </a:endParaRP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A80FD876-11E9-8023-B548-FE1F49F96E68}"/>
              </a:ext>
            </a:extLst>
          </p:cNvPr>
          <p:cNvSpPr txBox="1">
            <a:spLocks/>
          </p:cNvSpPr>
          <p:nvPr/>
        </p:nvSpPr>
        <p:spPr>
          <a:xfrm>
            <a:off x="306038" y="987779"/>
            <a:ext cx="5789961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kern="1200">
                <a:solidFill>
                  <a:srgbClr val="FFFFFF"/>
                </a:solidFill>
                <a:latin typeface="Instrument Sans" pitchFamily="2" charset="0"/>
                <a:ea typeface="Roboto Mono Medium" pitchFamily="49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+mj-lt"/>
                <a:cs typeface="Poppins"/>
              </a:rPr>
              <a:t>Find it, craft it, tell it — your story, made smarter with AI.</a:t>
            </a:r>
            <a:endParaRPr lang="en-AR" dirty="0">
              <a:latin typeface="+mj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951353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21E96-C8C7-8C37-236D-707D9982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6A2CCDE-B88F-0654-6686-161441904A49}"/>
              </a:ext>
            </a:extLst>
          </p:cNvPr>
          <p:cNvSpPr txBox="1">
            <a:spLocks/>
          </p:cNvSpPr>
          <p:nvPr/>
        </p:nvSpPr>
        <p:spPr>
          <a:xfrm>
            <a:off x="316669" y="1185829"/>
            <a:ext cx="11411042" cy="4523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endParaRPr lang="en-US" sz="120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FBE162A9-0B5C-5FC6-9FF1-D82E738D6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6037" y="2104099"/>
            <a:ext cx="11556751" cy="407286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28600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Implement AI agents required to support the reference implementation scenario, leveraging: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Foundry Hosted Agents for deployment and hosting.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Microsoft Agent Framework for orchestration and implementation.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Agent Memory.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Frontier Cohere and </a:t>
            </a:r>
            <a:r>
              <a:rPr lang="en-US" dirty="0" err="1"/>
              <a:t>xAI</a:t>
            </a:r>
            <a:r>
              <a:rPr lang="en-US" dirty="0"/>
              <a:t> Models , like Command A+ and Grok 4.3, deployed in Foundry.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MCP connections for scenario-specific tools, and integration with external services as needed.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Open Telemetry (Application Insights) for logging.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Agent Governance Toolkit.</a:t>
            </a:r>
          </a:p>
          <a:p>
            <a:pPr marL="228600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Implement tools required to support the scenarios exposed as MCP services, including: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RAG-based knowledge retrieval capabilities leveraging Cohere Embed and Cohere </a:t>
            </a:r>
            <a:r>
              <a:rPr lang="en-US" dirty="0" err="1"/>
              <a:t>Rerank</a:t>
            </a:r>
            <a:r>
              <a:rPr lang="en-US" dirty="0"/>
              <a:t>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GB" kern="0" dirty="0">
                <a:solidFill>
                  <a:srgbClr val="000000"/>
                </a:solidFill>
                <a:cs typeface="Segoe UI" pitchFamily="34" charset="0"/>
              </a:rPr>
              <a:t>MCP Services to simulate invocation of an external source.</a:t>
            </a:r>
          </a:p>
          <a:p>
            <a:pPr marL="685800" lvl="1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GB" kern="0" dirty="0">
                <a:solidFill>
                  <a:srgbClr val="000000"/>
                </a:solidFill>
                <a:cs typeface="Segoe UI"/>
              </a:rPr>
              <a:t>Microsoft Fabric for hosting the dataset</a:t>
            </a:r>
          </a:p>
          <a:p>
            <a:pPr marL="228600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Implement end-to-end orchestration workflow, including approval steps with human in the loop through a web UI.</a:t>
            </a:r>
            <a:endParaRPr lang="en-US" dirty="0">
              <a:highlight>
                <a:srgbClr val="FFFF00"/>
              </a:highlight>
            </a:endParaRPr>
          </a:p>
          <a:p>
            <a:pPr marL="228600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Package solution on a GitHub repository including architecture and scenario documentation, and scripts to deploy to azure.</a:t>
            </a:r>
          </a:p>
          <a:p>
            <a:pPr marL="228600" indent="-228600">
              <a:buClr>
                <a:schemeClr val="accent4"/>
              </a:buClr>
              <a:buFont typeface="Instrument Sans regular" pitchFamily="2" charset="0"/>
              <a:buChar char="→"/>
            </a:pPr>
            <a:r>
              <a:rPr lang="en-US" dirty="0"/>
              <a:t>Create synthetic datasets and documents to support reference implementation workflows (ingestion, classification &amp; processing).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77064D8-C42C-3972-28A0-CAA0057AB2F7}"/>
              </a:ext>
            </a:extLst>
          </p:cNvPr>
          <p:cNvSpPr txBox="1">
            <a:spLocks/>
          </p:cNvSpPr>
          <p:nvPr/>
        </p:nvSpPr>
        <p:spPr>
          <a:xfrm>
            <a:off x="306037" y="1355654"/>
            <a:ext cx="11556751" cy="7315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/>
            </a:lvl1pPr>
            <a:lvl2pPr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2pPr>
            <a:lvl3pPr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3pPr>
            <a:lvl4pPr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4pPr>
            <a:lvl5pPr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>
                <a:latin typeface="Instrument Sans Medium"/>
              </a:rPr>
              <a:t>Following Microsoft’s priority use cases with Cohere/</a:t>
            </a:r>
            <a:r>
              <a:rPr lang="en-US" dirty="0" err="1">
                <a:latin typeface="Instrument Sans Medium"/>
              </a:rPr>
              <a:t>xAI</a:t>
            </a:r>
            <a:r>
              <a:rPr lang="en-US" dirty="0">
                <a:latin typeface="Instrument Sans Medium"/>
              </a:rPr>
              <a:t>, the goal of this project is to develop reference implementation scenarios that addresses real-world topics, leveraging Microsoft Azure as the cloud platform for infrastructure and AI orchestration, while utilizing </a:t>
            </a:r>
            <a:r>
              <a:rPr lang="en-US" dirty="0" err="1">
                <a:latin typeface="Instrument Sans Medium"/>
              </a:rPr>
              <a:t>Cohere’s</a:t>
            </a:r>
            <a:r>
              <a:rPr lang="en-US" dirty="0">
                <a:latin typeface="Instrument Sans Medium"/>
              </a:rPr>
              <a:t> or </a:t>
            </a:r>
            <a:r>
              <a:rPr lang="en-US" dirty="0" err="1">
                <a:latin typeface="Instrument Sans Medium"/>
              </a:rPr>
              <a:t>xAI’s</a:t>
            </a:r>
            <a:r>
              <a:rPr lang="en-US" dirty="0">
                <a:latin typeface="Instrument Sans Medium"/>
              </a:rPr>
              <a:t> large language models (LLMs) to power AI-driven capabilities throughout the processing workflow. As part of this effort SOUTHWORKS will: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4247D1DD-C614-5F34-9CC8-7B7F9508CC53}"/>
              </a:ext>
            </a:extLst>
          </p:cNvPr>
          <p:cNvSpPr txBox="1">
            <a:spLocks/>
          </p:cNvSpPr>
          <p:nvPr/>
        </p:nvSpPr>
        <p:spPr>
          <a:xfrm>
            <a:off x="306037" y="707663"/>
            <a:ext cx="11556751" cy="6310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 TILE - Project </a:t>
            </a:r>
            <a:r>
              <a:rPr lang="en-US" dirty="0">
                <a:solidFill>
                  <a:schemeClr val="accent4"/>
                </a:solidFill>
              </a:rPr>
              <a:t>Goals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5EDA38-29C0-791A-3660-6C4865618BE1}"/>
              </a:ext>
            </a:extLst>
          </p:cNvPr>
          <p:cNvSpPr txBox="1"/>
          <p:nvPr/>
        </p:nvSpPr>
        <p:spPr>
          <a:xfrm>
            <a:off x="318478" y="51303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>
                <a:latin typeface="Roboto Mono Medium" pitchFamily="49" charset="0"/>
                <a:ea typeface="Roboto Mono Medium" pitchFamily="49" charset="0"/>
              </a:rPr>
              <a:t>LET´S MOVE FAST &amp; SMART - TOGETHER</a:t>
            </a:r>
            <a:endParaRPr lang="en-US" sz="1000">
              <a:latin typeface="Roboto Mono Medium" pitchFamily="49" charset="0"/>
              <a:ea typeface="Roboto Mono Medium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2778F1-8B82-7F90-93A8-19143AC955A3}"/>
              </a:ext>
            </a:extLst>
          </p:cNvPr>
          <p:cNvSpPr txBox="1"/>
          <p:nvPr/>
        </p:nvSpPr>
        <p:spPr>
          <a:xfrm>
            <a:off x="7365206" y="6192875"/>
            <a:ext cx="4500563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00">
                <a:solidFill>
                  <a:schemeClr val="tx1">
                    <a:alpha val="40000"/>
                  </a:schemeClr>
                </a:solidFill>
                <a:ea typeface="Roboto Mono Medium" pitchFamily="49" charset="0"/>
              </a:rPr>
              <a:t>US | Uruguay | UK | Spain | Peru | Mexico | Colombia | Brazil | Argentina </a:t>
            </a:r>
          </a:p>
        </p:txBody>
      </p:sp>
    </p:spTree>
    <p:extLst>
      <p:ext uri="{BB962C8B-B14F-4D97-AF65-F5344CB8AC3E}">
        <p14:creationId xmlns:p14="http://schemas.microsoft.com/office/powerpoint/2010/main" val="2109215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C58A40-5030-C26A-36CA-D6851510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59" y="2864039"/>
            <a:ext cx="8091881" cy="1129922"/>
          </a:xfrm>
        </p:spPr>
        <p:txBody>
          <a:bodyPr/>
          <a:lstStyle/>
          <a:p>
            <a:r>
              <a:rPr lang="en-US" dirty="0"/>
              <a:t>Section divider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1239477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CFD3D-1C32-3A99-C397-D8DA5AED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F22295B-851A-71C0-438B-9DE41770758E}"/>
              </a:ext>
            </a:extLst>
          </p:cNvPr>
          <p:cNvSpPr txBox="1"/>
          <p:nvPr/>
        </p:nvSpPr>
        <p:spPr>
          <a:xfrm>
            <a:off x="318478" y="513035"/>
            <a:ext cx="609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latin typeface="Roboto Mono Medium" pitchFamily="49" charset="0"/>
                <a:ea typeface="Roboto Mono Medium" pitchFamily="49" charset="0"/>
              </a:rPr>
              <a:t>LET´S MOVE FAST &amp; SMART - TOGETHER</a:t>
            </a:r>
            <a:endParaRPr lang="en-US" sz="1000" dirty="0">
              <a:latin typeface="Roboto Mono Medium" pitchFamily="49" charset="0"/>
              <a:ea typeface="Roboto Mono Medium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15A01-66BC-83DD-CA77-5573F93F6089}"/>
              </a:ext>
            </a:extLst>
          </p:cNvPr>
          <p:cNvSpPr txBox="1"/>
          <p:nvPr/>
        </p:nvSpPr>
        <p:spPr>
          <a:xfrm>
            <a:off x="7365206" y="6192875"/>
            <a:ext cx="4500563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00">
                <a:solidFill>
                  <a:schemeClr val="tx1">
                    <a:alpha val="40000"/>
                  </a:schemeClr>
                </a:solidFill>
                <a:ea typeface="Roboto Mono Medium" pitchFamily="49" charset="0"/>
              </a:rPr>
              <a:t>US | Uruguay | UK | Spain | Peru | Mexico | Colombia | Brazil | Argentina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75D922BF-2D2B-B4CC-2C42-2245DE90F527}"/>
              </a:ext>
            </a:extLst>
          </p:cNvPr>
          <p:cNvSpPr txBox="1">
            <a:spLocks/>
          </p:cNvSpPr>
          <p:nvPr/>
        </p:nvSpPr>
        <p:spPr>
          <a:xfrm>
            <a:off x="306037" y="707663"/>
            <a:ext cx="11556751" cy="6310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SAMPLE - Architecture </a:t>
            </a:r>
            <a:r>
              <a:rPr lang="en-US" dirty="0">
                <a:solidFill>
                  <a:schemeClr val="accent4"/>
                </a:solidFill>
              </a:rPr>
              <a:t>Diagram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FBE3B7-2F26-4C44-47A8-3AA23B9C6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830" y="1355655"/>
            <a:ext cx="5952341" cy="466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575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AA1B2-D096-071C-1994-4F6B8F6FC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F0243C1-E83A-CB3A-906D-29F50C3F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0059" y="2864039"/>
            <a:ext cx="8091881" cy="1129922"/>
          </a:xfrm>
        </p:spPr>
        <p:txBody>
          <a:bodyPr/>
          <a:lstStyle/>
          <a:p>
            <a:r>
              <a:rPr lang="en-US" dirty="0"/>
              <a:t>Section divider</a:t>
            </a:r>
            <a:endParaRPr lang="en-AR" dirty="0"/>
          </a:p>
        </p:txBody>
      </p:sp>
    </p:spTree>
    <p:extLst>
      <p:ext uri="{BB962C8B-B14F-4D97-AF65-F5344CB8AC3E}">
        <p14:creationId xmlns:p14="http://schemas.microsoft.com/office/powerpoint/2010/main" val="2887258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C66F-4933-C1B0-9532-6DF3F06F3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AB82-A294-BA2B-AE72-8C859D6FF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69" y="346154"/>
            <a:ext cx="6224363" cy="802163"/>
          </a:xfrm>
        </p:spPr>
        <p:txBody>
          <a:bodyPr>
            <a:normAutofit/>
          </a:bodyPr>
          <a:lstStyle/>
          <a:p>
            <a:r>
              <a:rPr lang="en-US" dirty="0"/>
              <a:t>Title  </a:t>
            </a:r>
            <a:endParaRPr lang="en-AR" dirty="0">
              <a:solidFill>
                <a:srgbClr val="3089FF"/>
              </a:solidFill>
              <a:latin typeface="Reckless" panose="02000500000000000000" pitchFamily="2" charset="77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C591A01-119F-D22C-0854-B34745DC149C}"/>
              </a:ext>
            </a:extLst>
          </p:cNvPr>
          <p:cNvSpPr txBox="1">
            <a:spLocks/>
          </p:cNvSpPr>
          <p:nvPr/>
        </p:nvSpPr>
        <p:spPr>
          <a:xfrm>
            <a:off x="316669" y="1185829"/>
            <a:ext cx="11411042" cy="4523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685800" lvl="2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Sub 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 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89C9AC-CD94-AED7-A124-ABE09C5F50C1}"/>
              </a:ext>
            </a:extLst>
          </p:cNvPr>
          <p:cNvSpPr txBox="1"/>
          <p:nvPr/>
        </p:nvSpPr>
        <p:spPr>
          <a:xfrm>
            <a:off x="7365206" y="6192875"/>
            <a:ext cx="4500563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00">
                <a:solidFill>
                  <a:schemeClr val="tx1">
                    <a:alpha val="40000"/>
                  </a:schemeClr>
                </a:solidFill>
                <a:ea typeface="Roboto Mono Medium" pitchFamily="49" charset="0"/>
              </a:rPr>
              <a:t>US | Uruguay | UK | Spain | Peru | Mexico | Colombia | Brazil | Argentina </a:t>
            </a:r>
          </a:p>
        </p:txBody>
      </p:sp>
    </p:spTree>
    <p:extLst>
      <p:ext uri="{BB962C8B-B14F-4D97-AF65-F5344CB8AC3E}">
        <p14:creationId xmlns:p14="http://schemas.microsoft.com/office/powerpoint/2010/main" val="156017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7C01B-0DFA-A0DE-0943-B395B77B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09B6-8B81-63E5-152B-8BF1F8E4C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69" y="346154"/>
            <a:ext cx="6224363" cy="802163"/>
          </a:xfrm>
        </p:spPr>
        <p:txBody>
          <a:bodyPr>
            <a:normAutofit/>
          </a:bodyPr>
          <a:lstStyle/>
          <a:p>
            <a:r>
              <a:rPr lang="en-US" dirty="0"/>
              <a:t>Title  </a:t>
            </a:r>
            <a:endParaRPr lang="en-AR" dirty="0">
              <a:solidFill>
                <a:srgbClr val="3089FF"/>
              </a:solidFill>
              <a:latin typeface="Reckless" panose="02000500000000000000" pitchFamily="2" charset="77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EA74799-5525-F41E-A397-8096A0192671}"/>
              </a:ext>
            </a:extLst>
          </p:cNvPr>
          <p:cNvSpPr txBox="1">
            <a:spLocks/>
          </p:cNvSpPr>
          <p:nvPr/>
        </p:nvSpPr>
        <p:spPr>
          <a:xfrm>
            <a:off x="316669" y="1185829"/>
            <a:ext cx="11411042" cy="4523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685800" lvl="2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Sub 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685800" lvl="2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Sub bullet</a:t>
            </a:r>
          </a:p>
          <a:p>
            <a:pPr marL="685800" lvl="2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Sub bullet 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Bullet</a:t>
            </a:r>
          </a:p>
          <a:p>
            <a:pPr marL="685800" lvl="2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r>
              <a:rPr lang="en-US" dirty="0"/>
              <a:t>Sub bullet</a:t>
            </a:r>
          </a:p>
          <a:p>
            <a:pPr marL="228600" lvl="1" indent="-219075" fontAlgn="base">
              <a:lnSpc>
                <a:spcPct val="140000"/>
              </a:lnSpc>
              <a:spcAft>
                <a:spcPts val="1000"/>
              </a:spcAft>
              <a:buClr>
                <a:schemeClr val="accent4"/>
              </a:buClr>
              <a:buBlip>
                <a:blip r:embed="rId3"/>
              </a:buBlip>
              <a:defRPr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A3731B-2E81-3FCC-5466-79C22F814B48}"/>
              </a:ext>
            </a:extLst>
          </p:cNvPr>
          <p:cNvSpPr txBox="1"/>
          <p:nvPr/>
        </p:nvSpPr>
        <p:spPr>
          <a:xfrm>
            <a:off x="7365206" y="6192875"/>
            <a:ext cx="4500563" cy="246221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en-US" sz="1000">
                <a:solidFill>
                  <a:schemeClr val="tx1">
                    <a:alpha val="40000"/>
                  </a:schemeClr>
                </a:solidFill>
                <a:ea typeface="Roboto Mono Medium" pitchFamily="49" charset="0"/>
              </a:rPr>
              <a:t>US | Uruguay | UK | Spain | Peru | Mexico | Colombia | Brazil | Argentina </a:t>
            </a:r>
          </a:p>
        </p:txBody>
      </p:sp>
    </p:spTree>
    <p:extLst>
      <p:ext uri="{BB962C8B-B14F-4D97-AF65-F5344CB8AC3E}">
        <p14:creationId xmlns:p14="http://schemas.microsoft.com/office/powerpoint/2010/main" val="3449556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EE13A5-200C-B703-9E2F-DE915DA7AE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048" y="2396852"/>
            <a:ext cx="4064484" cy="1032148"/>
          </a:xfrm>
        </p:spPr>
        <p:txBody>
          <a:bodyPr>
            <a:noAutofit/>
          </a:bodyPr>
          <a:lstStyle/>
          <a:p>
            <a:r>
              <a:rPr lang="en-GB" sz="5600" dirty="0">
                <a:solidFill>
                  <a:srgbClr val="FFFFFF"/>
                </a:solidFill>
              </a:rPr>
              <a:t>Let’s go!</a:t>
            </a:r>
            <a:endParaRPr lang="en-AR" sz="5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7291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SW_Colors">
      <a:dk1>
        <a:srgbClr val="1E1E1E"/>
      </a:dk1>
      <a:lt1>
        <a:srgbClr val="E6E6DC"/>
      </a:lt1>
      <a:dk2>
        <a:srgbClr val="1E1E1E"/>
      </a:dk2>
      <a:lt2>
        <a:srgbClr val="E6E6DC"/>
      </a:lt2>
      <a:accent1>
        <a:srgbClr val="79B5F2"/>
      </a:accent1>
      <a:accent2>
        <a:srgbClr val="FD662C"/>
      </a:accent2>
      <a:accent3>
        <a:srgbClr val="7E67F7"/>
      </a:accent3>
      <a:accent4>
        <a:srgbClr val="3089FF"/>
      </a:accent4>
      <a:accent5>
        <a:srgbClr val="FFC674"/>
      </a:accent5>
      <a:accent6>
        <a:srgbClr val="D1CCEA"/>
      </a:accent6>
      <a:hlink>
        <a:srgbClr val="3089FF"/>
      </a:hlink>
      <a:folHlink>
        <a:srgbClr val="3089FF"/>
      </a:folHlink>
    </a:clrScheme>
    <a:fontScheme name="SW Typogtaphy">
      <a:majorFont>
        <a:latin typeface="PP Telegraf regular"/>
        <a:ea typeface=""/>
        <a:cs typeface=""/>
      </a:majorFont>
      <a:minorFont>
        <a:latin typeface="Instrument Sans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C53A4943201E4A8F95B124C1BF3B34" ma:contentTypeVersion="3" ma:contentTypeDescription="Create a new document." ma:contentTypeScope="" ma:versionID="5245fd4513b19d857b09a9d47a1595fb">
  <xsd:schema xmlns:xsd="http://www.w3.org/2001/XMLSchema" xmlns:xs="http://www.w3.org/2001/XMLSchema" xmlns:p="http://schemas.microsoft.com/office/2006/metadata/properties" xmlns:ns2="f4c94650-3485-4bb5-9391-29a176a3955a" targetNamespace="http://schemas.microsoft.com/office/2006/metadata/properties" ma:root="true" ma:fieldsID="c3778511637bcf5bbc8f6ddc5584f744" ns2:_="">
    <xsd:import namespace="f4c94650-3485-4bb5-9391-29a176a395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c94650-3485-4bb5-9391-29a176a395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92B84C-DC1A-4805-BA02-1302589CC7F1}"/>
</file>

<file path=customXml/itemProps2.xml><?xml version="1.0" encoding="utf-8"?>
<ds:datastoreItem xmlns:ds="http://schemas.openxmlformats.org/officeDocument/2006/customXml" ds:itemID="{7A1D2B0F-AD35-4174-908C-93FF4DE4566A}">
  <ds:schemaRefs>
    <ds:schemaRef ds:uri="d25fa8d5-51d9-4136-8723-e6318b13943b"/>
    <ds:schemaRef ds:uri="d63d66b3-36cf-4464-9f85-513163671e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d72294fe-0179-4613-9e05-6d622cb9e317"/>
    <ds:schemaRef ds:uri="cd3dcc5b-1ba4-4e7e-912f-c5591809376e"/>
  </ds:schemaRefs>
</ds:datastoreItem>
</file>

<file path=customXml/itemProps3.xml><?xml version="1.0" encoding="utf-8"?>
<ds:datastoreItem xmlns:ds="http://schemas.openxmlformats.org/officeDocument/2006/customXml" ds:itemID="{F8744C06-6910-4836-AC51-B56E6BC3E1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386</Words>
  <Application>Microsoft Office PowerPoint</Application>
  <PresentationFormat>Widescreen</PresentationFormat>
  <Paragraphs>50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PP Telegraf regular</vt:lpstr>
      <vt:lpstr>Arial</vt:lpstr>
      <vt:lpstr>Roboto Mono Medium</vt:lpstr>
      <vt:lpstr>Instrument Sans Medium</vt:lpstr>
      <vt:lpstr>Aptos</vt:lpstr>
      <vt:lpstr>Instrument Sans</vt:lpstr>
      <vt:lpstr>PP Telegraf</vt:lpstr>
      <vt:lpstr>Segoe UI</vt:lpstr>
      <vt:lpstr>Reckless</vt:lpstr>
      <vt:lpstr>Instrument Sans regular</vt:lpstr>
      <vt:lpstr>Tema de Office</vt:lpstr>
      <vt:lpstr>Title</vt:lpstr>
      <vt:lpstr>PowerPoint Presentation</vt:lpstr>
      <vt:lpstr>Section divider</vt:lpstr>
      <vt:lpstr>PowerPoint Presentation</vt:lpstr>
      <vt:lpstr>Section divider</vt:lpstr>
      <vt:lpstr>Title  </vt:lpstr>
      <vt:lpstr>Title  </vt:lpstr>
      <vt:lpstr>Let’s go!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Alberto Ito</cp:lastModifiedBy>
  <cp:revision>12</cp:revision>
  <dcterms:created xsi:type="dcterms:W3CDTF">2026-01-30T15:54:13Z</dcterms:created>
  <dcterms:modified xsi:type="dcterms:W3CDTF">2026-10-22T15:44:54Z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0x010100B7C53A4943201E4A8F95B124C1BF3B34</vt:lpwstr>
  </property>
</Properties>
</file>